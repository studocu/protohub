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Cold-open framing. This is one journey with three stops, not four gadgets. Title sets the arc: scattered knowledge -&gt; shipped UI. Keep it short, then move to the pain.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make a lot of good stuff. The problem isn't quality — it's that every time you need something you first have to remember WHERE it is, then hunt, then give up and re-synthesize because you're already onto the next thing. Land the line: we keep rebuilding knowledge we already made, because we can't find the version that exists. Let the room nod before you name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sentence: three things today, but really one path — from scattered to shipped. Everything after is a stop on this map. Point at each as you say it: where knowledge lives, how you plug in, how we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carries this slide: pull up a real Tolaria note they recognize — live and shared, not a copy. Two so-whats, said out loud: 'you stop asking where it is, you ask the brain' and 'you don't maintain it, it maintains itself' — the scheduled Claude job scans Slack + important Meet notes and folds them in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Tolaria. Open a real note the team recognizes — show it's live, shared, reachable via MCP. Mention the scheduled Claude job keeping it current from Slack + Meet. So-what out loud: you ask the brain, you don't go hunting.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it, don't describe it. 'Watch what happens when I…' — run the wizard live for GitHub + Tolaria setup and let the room watch setup collapse to a few clicks. The why, in a breath: the point is people — more builders, a better shared brain. The company wants everyone in the repos anyway; this is the simplest way to start. Seed the ask: try it, tell me where it's clunky. Screen recording as backup if live is risky.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wizard end to end. Narrate the before/after: README slog -&gt; a few clicks. Keep eyes up with 'watch what happens when I…'. Backup: a 20-second screen recording if live is risky.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ease: run the single command live — it spins up the server and runs diagnostics. 'One command, and it's already checking itself.' That's the watch-what-happens beat. Callback to the opening: remember Dovetail in that pile? Here's how some of that analysis gets made now — local, your own keys, private, fast, customizable. Same energy as SLICE: it's mine, it's improving, poke at it and tell me what you'd change. Demo on the demo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single command — server spins up and self-checks. 'One command, and it's already checking itself.' Then run it on the demo files. Callback: remember Dovetail in the pile? This is how that analysis gets made now — local, your keys,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shape, don't lecture the plumbing — 30 seconds. It reads our real Studocu frontend, can be fed images and Figma via MCP, and bakes into SLICE on Claude Design. The one line to say slowly: it's on the cloud, so it's shared and never stale — you stop designing against an out-of-date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 1–2 real SLICE prototype screenshots here — static proof, and a backup if the live demo misbehaves. A good pairing shows the range: one rougher WIP prototype next to one polished one. Delete this slide if you'd rather go straight to the live range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Floor, then ceiling. Floor: Stephen's finicky prototype — show it being temperamental. Keep the joke warm; land some on yourself too ('even I make it spit out garbage sometimes') so it reads as affection, not a roast. Ceiling: your Course Companion prototype — 'and when it clicks, this.' The finicky moments aren't a disclaimer, they're the reason your feedback matters. This is the tool I'd reach for now to build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 thank-you — an ask. One clear action: go build, try to break it, and drop feedback in #design-skill-feedback. Recap in a breath: find it in the brain, plug in with the wizard, build with SLICE.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0FF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Logo_Studocu_blac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384048"/>
            <a:ext cx="1463040" cy="354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26440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Scattered → Shipped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658368" y="28346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440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tools that take us from a stray idea to shipped UI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58368" y="33558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402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Design team · Friday demo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6440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Where's that thing again?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7A83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Docs · a Claude artifact · someone's Mac · Dovetail · Slack · Customer.io · Mixpanel · Linear · Shortcut · Survicate · Hotjar…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36118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440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So we rebuild what we already made.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7A838C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SCATTERED → SHIPPED</a:t>
            </a:r>
            <a:endParaRPr lang="en-US" sz="700" dirty="0"/>
          </a:p>
        </p:txBody>
      </p:sp>
      <p:pic>
        <p:nvPicPr>
          <p:cNvPr id="6" name="Image 0" descr="/home/claude/deck/assets/Logo_Studocu_blac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3840" y="4745736"/>
            <a:ext cx="1005840" cy="2437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0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E0FF6E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One route, three stops.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91640" y="2487168"/>
            <a:ext cx="5760720" cy="0"/>
          </a:xfrm>
          <a:prstGeom prst="line">
            <a:avLst/>
          </a:prstGeom>
          <a:noFill/>
          <a:ln w="38100">
            <a:solidFill>
              <a:srgbClr val="4164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5296" y="2157984"/>
            <a:ext cx="658368" cy="658368"/>
          </a:xfrm>
          <a:prstGeom prst="ellipse">
            <a:avLst/>
          </a:prstGeom>
          <a:solidFill>
            <a:srgbClr val="416467"/>
          </a:solidFill>
          <a:ln/>
        </p:spPr>
      </p:sp>
      <p:sp>
        <p:nvSpPr>
          <p:cNvPr id="6" name="Text 4"/>
          <p:cNvSpPr/>
          <p:nvPr/>
        </p:nvSpPr>
        <p:spPr>
          <a:xfrm>
            <a:off x="1225296" y="21579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FF6E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E0FF6E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WHERE IT LIVES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Second brain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42816" y="2157984"/>
            <a:ext cx="658368" cy="658368"/>
          </a:xfrm>
          <a:prstGeom prst="ellipse">
            <a:avLst/>
          </a:prstGeom>
          <a:solidFill>
            <a:srgbClr val="416467"/>
          </a:solidFill>
          <a:ln/>
        </p:spPr>
      </p:sp>
      <p:sp>
        <p:nvSpPr>
          <p:cNvPr id="10" name="Text 8"/>
          <p:cNvSpPr/>
          <p:nvPr/>
        </p:nvSpPr>
        <p:spPr>
          <a:xfrm>
            <a:off x="4242816" y="21579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FF6E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0040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E0FF6E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PLUG 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Wizard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0336" y="2157984"/>
            <a:ext cx="658368" cy="658368"/>
          </a:xfrm>
          <a:prstGeom prst="ellipse">
            <a:avLst/>
          </a:prstGeom>
          <a:solidFill>
            <a:srgbClr val="416467"/>
          </a:solidFill>
          <a:ln/>
        </p:spPr>
      </p:sp>
      <p:sp>
        <p:nvSpPr>
          <p:cNvPr id="14" name="Text 12"/>
          <p:cNvSpPr/>
          <p:nvPr/>
        </p:nvSpPr>
        <p:spPr>
          <a:xfrm>
            <a:off x="7260336" y="21579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FF6E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1792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E0FF6E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BUILD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Analyzer + SLICE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SCATTERED → SHIPPED</a:t>
            </a:r>
            <a:endParaRPr lang="en-US" sz="700" dirty="0"/>
          </a:p>
        </p:txBody>
      </p:sp>
      <p:pic>
        <p:nvPicPr>
          <p:cNvPr id="18" name="Image 0" descr="/home/claude/deck/assets/Logo_Studocu_whi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3840" y="4745736"/>
            <a:ext cx="1005840" cy="2437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182112" cy="310896"/>
          </a:xfrm>
          <a:prstGeom prst="roundRect">
            <a:avLst>
              <a:gd name="adj" fmla="val 50000"/>
            </a:avLst>
          </a:prstGeom>
          <a:solidFill>
            <a:srgbClr val="E0FF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26440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ACT 1 · WHERE IT LIVES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26440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second brain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440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place. Always current.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440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Reachable by MCP.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212080" y="132588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440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collaborative space — not scattered copies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440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Reachable via MCP, wherever you already work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6440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Self-updating: a Claude job folds in Slack + Meet notes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7A838C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SCATTERED → SHIPPED</a:t>
            </a:r>
            <a:endParaRPr lang="en-US" sz="700" dirty="0"/>
          </a:p>
        </p:txBody>
      </p:sp>
      <p:pic>
        <p:nvPicPr>
          <p:cNvPr id="8" name="Image 0" descr="/home/claude/deck/assets/Logo_Studocu_blac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3840" y="4745736"/>
            <a:ext cx="1005840" cy="2437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0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822960" y="2157984"/>
            <a:ext cx="548640" cy="640080"/>
          </a:xfrm>
          <a:prstGeom prst="triangle">
            <a:avLst/>
          </a:prstGeom>
          <a:solidFill>
            <a:srgbClr val="E0FF6E"/>
          </a:solidFill>
          <a:ln/>
        </p:spPr>
      </p:sp>
      <p:sp>
        <p:nvSpPr>
          <p:cNvPr id="3" name="Text 1"/>
          <p:cNvSpPr/>
          <p:nvPr/>
        </p:nvSpPr>
        <p:spPr>
          <a:xfrm>
            <a:off x="1554480" y="1993392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spc="200" kern="0" dirty="0">
                <a:solidFill>
                  <a:srgbClr val="E0FF6E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DEMO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41248" y="3108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second brain — live in Tolaria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38C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Open a note they'll recognize. Ask the brain, don't hunt.</a:t>
            </a:r>
            <a:endParaRPr lang="en-US" sz="1300" dirty="0"/>
          </a:p>
        </p:txBody>
      </p:sp>
      <p:pic>
        <p:nvPicPr>
          <p:cNvPr id="6" name="Image 0" descr="/home/claude/deck/assets/Logo_Studocu_whi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3840" y="4745736"/>
            <a:ext cx="1005840" cy="2437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0E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0FF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26440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ACT 2 · PLUG 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26440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Setup used to be a README slog.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440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Now it's one wizard — GitHub + Tolaria in a few clicks.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440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More builders → a better shared brain.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7A838C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SCATTERED → SHIPPED</a:t>
            </a:r>
            <a:endParaRPr lang="en-US" sz="700" dirty="0"/>
          </a:p>
        </p:txBody>
      </p:sp>
      <p:pic>
        <p:nvPicPr>
          <p:cNvPr id="8" name="Image 0" descr="/home/claude/deck/assets/Logo_Studocu_blac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3840" y="4745736"/>
            <a:ext cx="1005840" cy="2437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0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822960" y="2157984"/>
            <a:ext cx="548640" cy="640080"/>
          </a:xfrm>
          <a:prstGeom prst="triangle">
            <a:avLst/>
          </a:prstGeom>
          <a:solidFill>
            <a:srgbClr val="E0FF6E"/>
          </a:solidFill>
          <a:ln/>
        </p:spPr>
      </p:sp>
      <p:sp>
        <p:nvSpPr>
          <p:cNvPr id="3" name="Text 1"/>
          <p:cNvSpPr/>
          <p:nvPr/>
        </p:nvSpPr>
        <p:spPr>
          <a:xfrm>
            <a:off x="1554480" y="1993392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spc="200" kern="0" dirty="0">
                <a:solidFill>
                  <a:srgbClr val="E0FF6E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DEMO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41248" y="3108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wizard — run it live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38C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GitHub + Tolaria setup. “Watch what happens when I…”</a:t>
            </a:r>
            <a:endParaRPr lang="en-US" sz="1300" dirty="0"/>
          </a:p>
        </p:txBody>
      </p:sp>
      <p:pic>
        <p:nvPicPr>
          <p:cNvPr id="6" name="Image 0" descr="/home/claude/deck/assets/Logo_Studocu_whi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3840" y="4745736"/>
            <a:ext cx="1005840" cy="2437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798064" cy="310896"/>
          </a:xfrm>
          <a:prstGeom prst="roundRect">
            <a:avLst>
              <a:gd name="adj" fmla="val 50000"/>
            </a:avLst>
          </a:prstGeom>
          <a:solidFill>
            <a:srgbClr val="E0FF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26440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ACT 3 · POWER TOOLS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6440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interview analyzer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1646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One command. Your machine. Your keys.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440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command spins up the server and runs its own diagnostics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440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own Anthropic / OpenAI keys (in 1Password) — private, fast, model you control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6440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Customizable to how we analyze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7A838C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SCATTERED → SHIPPED</a:t>
            </a:r>
            <a:endParaRPr lang="en-US" sz="700" dirty="0"/>
          </a:p>
        </p:txBody>
      </p:sp>
      <p:pic>
        <p:nvPicPr>
          <p:cNvPr id="8" name="Image 0" descr="/home/claude/deck/assets/Logo_Studocu_blac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3840" y="4745736"/>
            <a:ext cx="1005840" cy="2437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0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822960" y="2157984"/>
            <a:ext cx="548640" cy="640080"/>
          </a:xfrm>
          <a:prstGeom prst="triangle">
            <a:avLst/>
          </a:prstGeom>
          <a:solidFill>
            <a:srgbClr val="E0FF6E"/>
          </a:solidFill>
          <a:ln/>
        </p:spPr>
      </p:sp>
      <p:sp>
        <p:nvSpPr>
          <p:cNvPr id="3" name="Text 1"/>
          <p:cNvSpPr/>
          <p:nvPr/>
        </p:nvSpPr>
        <p:spPr>
          <a:xfrm>
            <a:off x="1554480" y="1993392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spc="200" kern="0" dirty="0">
                <a:solidFill>
                  <a:srgbClr val="E0FF6E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DEMO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41248" y="3108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interview analyzer — one command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38C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Run it: server + diagnostics come up, then analyze the demo files.</a:t>
            </a:r>
            <a:endParaRPr lang="en-US" sz="1300" dirty="0"/>
          </a:p>
        </p:txBody>
      </p:sp>
      <p:pic>
        <p:nvPicPr>
          <p:cNvPr id="6" name="Image 0" descr="/home/claude/deck/assets/Logo_Studocu_whi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3840" y="4745736"/>
            <a:ext cx="1005840" cy="2437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798064" cy="310896"/>
          </a:xfrm>
          <a:prstGeom prst="roundRect">
            <a:avLst>
              <a:gd name="adj" fmla="val 50000"/>
            </a:avLst>
          </a:prstGeom>
          <a:solidFill>
            <a:srgbClr val="E0FF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26440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ACT 3 · POWER TOOLS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6440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SLICE on Claude Design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1488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440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Studocu frontend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37560" y="214884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21488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440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+ images / Figma MCP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63640" y="21488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440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Baked into SLICE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71800" y="23317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1646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760720" y="23317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1646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440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On the cloud → shared, and never stale.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7A838C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SCATTERED → SHIPPED</a:t>
            </a:r>
            <a:endParaRPr lang="en-US" sz="700" dirty="0"/>
          </a:p>
        </p:txBody>
      </p:sp>
      <p:pic>
        <p:nvPicPr>
          <p:cNvPr id="15" name="Image 0" descr="/home/claude/deck/assets/Logo_Studocu_blac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3840" y="4745736"/>
            <a:ext cx="1005840" cy="2437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798064" cy="310896"/>
          </a:xfrm>
          <a:prstGeom prst="roundRect">
            <a:avLst>
              <a:gd name="adj" fmla="val 50000"/>
            </a:avLst>
          </a:prstGeom>
          <a:solidFill>
            <a:srgbClr val="E0FF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26440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ACT 3 · POWER TOOLS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6440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SLICE in action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83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prototypes, straight from the design system.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931920" cy="2148840"/>
          </a:xfrm>
          <a:prstGeom prst="roundRect">
            <a:avLst>
              <a:gd name="adj" fmla="val 3404"/>
            </a:avLst>
          </a:prstGeom>
          <a:solidFill>
            <a:srgbClr val="E0EAFE"/>
          </a:solidFill>
          <a:ln w="15875">
            <a:solidFill>
              <a:srgbClr val="7A838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2148840"/>
            <a:ext cx="39319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7A838C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PASTE SCREENSHOT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370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A838C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SCREENSHOT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2148840"/>
            <a:ext cx="3931920" cy="2148840"/>
          </a:xfrm>
          <a:prstGeom prst="roundRect">
            <a:avLst>
              <a:gd name="adj" fmla="val 3404"/>
            </a:avLst>
          </a:prstGeom>
          <a:solidFill>
            <a:srgbClr val="E0EAFE"/>
          </a:solidFill>
          <a:ln w="15875">
            <a:solidFill>
              <a:srgbClr val="7A838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663440" y="2148840"/>
            <a:ext cx="39319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7A838C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PASTE SCREENSHOT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4370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A838C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SCREENSHOT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7A838C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SCATTERED → SHIPPED</a:t>
            </a:r>
            <a:endParaRPr lang="en-US" sz="700" dirty="0"/>
          </a:p>
        </p:txBody>
      </p:sp>
      <p:pic>
        <p:nvPicPr>
          <p:cNvPr id="13" name="Image 0" descr="/home/claude/deck/assets/Logo_Studocu_blac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3840" y="4745736"/>
            <a:ext cx="1005840" cy="2437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164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749808" y="658368"/>
            <a:ext cx="182880" cy="219456"/>
          </a:xfrm>
          <a:prstGeom prst="triangle">
            <a:avLst/>
          </a:prstGeom>
          <a:solidFill>
            <a:srgbClr val="E0FF6E"/>
          </a:solidFill>
          <a:ln/>
        </p:spPr>
      </p:sp>
      <p:sp>
        <p:nvSpPr>
          <p:cNvPr id="3" name="Text 1"/>
          <p:cNvSpPr/>
          <p:nvPr/>
        </p:nvSpPr>
        <p:spPr>
          <a:xfrm>
            <a:off x="1024128" y="5852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0FF6E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WIP  →  Powerful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66928" y="2788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Floor: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it's finicky — that's exactly why I want you in it.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3383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Ceiling: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it clicks — this.</a:t>
            </a:r>
            <a:endParaRPr lang="en-US" sz="1800" dirty="0"/>
          </a:p>
        </p:txBody>
      </p:sp>
      <p:pic>
        <p:nvPicPr>
          <p:cNvPr id="7" name="Image 0" descr="/home/claude/deck/assets/Logo_Studocu_whi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3840" y="4745736"/>
            <a:ext cx="1005840" cy="2437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0FF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Logo_Studocu_blac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89520" y="457200"/>
            <a:ext cx="1005840" cy="2437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2801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26440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Go build. Try to break it.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2578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6440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Then tell me what sucked.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14400" y="30906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A031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Feedback → #design-skill-feedback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402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Find it in the brain · plug in with the wizard · build with SLICE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Scattered to Shipped</dc:title>
  <dc:subject>PptxGenJS Presentation</dc:subject>
  <dc:creator>Omer</dc:creator>
  <cp:lastModifiedBy>Omer</cp:lastModifiedBy>
  <cp:revision>1</cp:revision>
  <dcterms:created xsi:type="dcterms:W3CDTF">2026-07-09T12:44:08Z</dcterms:created>
  <dcterms:modified xsi:type="dcterms:W3CDTF">2026-07-09T12:44:08Z</dcterms:modified>
</cp:coreProperties>
</file>